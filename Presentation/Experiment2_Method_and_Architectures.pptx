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 2 tests whether the training signal — not the architecture — is what stops attention models from recovering planted context effects.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predicts nearly perfectly while barely learning the mechanism. Capacity is not the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Lambda is the knob swept in this experiment: 0, 0.1, 0.5, 1.0, 2.0.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make_theta_A is fully deterministic, iia_lcl can safely regenerate A internally rather than receiving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Attention has the most capacity and the least structure. FETA and FATE trade capacity for a guarantee.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is O(S squared) pair evaluations per slate — the price of the guarantee.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 = logit difference = log-odds of A over B. The delta is how much that log-odds moves when C1 is replaced by C2.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mean is what matters because LCL's generator only ever sees X.mean(axis=0). Swapping one item would be the wrong probe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916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Structure-Aware Loss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teach an attention model the mechanism it refuses to learn?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41248" y="3977640"/>
            <a:ext cx="1554480" cy="32004"/>
          </a:xfrm>
          <a:prstGeom prst="rect">
            <a:avLst/>
          </a:prstGeom>
          <a:solidFill>
            <a:srgbClr val="D9832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Ajaz Hussain  ·  DA25M006  ·  M.Tech Data Science, IIT Madras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Technical Project  ·  Prof. Suryanarayana Sankagiri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cross-entropy is silent about mechanism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loss rewards vs. what we actually want the model to learn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CE rewards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winner out of the slate.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how items interact.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answer for wrong reasons is fully allowed.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91072" y="16002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11112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 want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11112" y="21488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the planted interaction structure.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correctly when the context changes.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true C (CDM) or A (LCL) matrix.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1091672" cy="2286000"/>
          </a:xfrm>
          <a:prstGeom prst="roundRect">
            <a:avLst>
              <a:gd name="adj" fmla="val 3200"/>
            </a:avLst>
          </a:prstGeom>
          <a:solidFill>
            <a:srgbClr val="16233F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this experiment targets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370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the data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4791456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predicts the chosen item about as well as a correctly specified model does.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34840" y="4370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the mechanism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34840" y="4791456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responds when the context changes only partly reflects the interaction that was planted.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55280" y="4370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is not the limit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955280" y="4791456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architecture can represent the effect. Plain cross-entropy simply never asks it to.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idea: make the diagnostic part of training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IIA metric from evaluation-time report card to training-time signal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1091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total_loss</a:t>
            </a:r>
            <a:pPr algn="ctr" indent="0" marL="0">
              <a:buNone/>
            </a:pPr>
            <a:r>
              <a:rPr lang="en-US" sz="19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</a:t>
            </a:r>
            <a:pPr algn="ctr" indent="0" marL="0">
              <a:buNone/>
            </a:pPr>
            <a:r>
              <a:rPr lang="en-US" sz="1900" dirty="0">
                <a:solidFill>
                  <a:srgbClr val="8A90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cross_entropy(preds, choices)</a:t>
            </a:r>
            <a:pPr algn="ctr" indent="0" marL="0">
              <a:buNone/>
            </a:pPr>
            <a:r>
              <a:rPr lang="en-US" sz="19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</a:t>
            </a:r>
            <a:pPr algn="ctr" indent="0" marL="0">
              <a:buNone/>
            </a:pPr>
            <a:r>
              <a:rPr lang="en-US" sz="1900" b="1" dirty="0">
                <a:solidFill>
                  <a:srgbClr val="1F77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 · structure_loss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3447288" cy="2240280"/>
          </a:xfrm>
          <a:prstGeom prst="roundRect">
            <a:avLst>
              <a:gd name="adj" fmla="val 3265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3456432"/>
            <a:ext cx="384048" cy="384048"/>
          </a:xfrm>
          <a:prstGeom prst="ellipse">
            <a:avLst/>
          </a:prstGeom>
          <a:solidFill>
            <a:srgbClr val="1F77B4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3977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probe pairs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41248" y="437083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slates identical except for one controlled change to the context.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0832" y="3200400"/>
            <a:ext cx="3447288" cy="2240280"/>
          </a:xfrm>
          <a:prstGeom prst="roundRect">
            <a:avLst>
              <a:gd name="adj" fmla="val 3265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3456432"/>
            <a:ext cx="384048" cy="384048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3977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both sides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663440" y="437083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Model's reaction vs. the closed-form truth from the known C or A matrix.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93024" y="3200400"/>
            <a:ext cx="3447288" cy="2240280"/>
          </a:xfrm>
          <a:prstGeom prst="roundRect">
            <a:avLst>
              <a:gd name="adj" fmla="val 3265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85632" y="3456432"/>
            <a:ext cx="384048" cy="384048"/>
          </a:xfrm>
          <a:prstGeom prst="ellipse">
            <a:avLst/>
          </a:prstGeom>
          <a:solidFill>
            <a:srgbClr val="2C8C5A"/>
          </a:solidFill>
          <a:ln/>
        </p:spPr>
      </p:sp>
      <p:sp>
        <p:nvSpPr>
          <p:cNvPr id="18" name="Text 16"/>
          <p:cNvSpPr/>
          <p:nvPr/>
        </p:nvSpPr>
        <p:spPr>
          <a:xfrm>
            <a:off x="8485632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85632" y="3977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 the gap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485632" y="437083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between the two deltas, added to CE and backpropagated together.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possible in synthetic data — on Expedia you never know the true C or 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synthetic regimes, three models each, five λ values, three seeds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regime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1214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item interactions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45059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u_i = xᵢθ + Σⱼ xᵢ C xⱼ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85292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 · 15,000 sessions · slate of 5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91072" y="1600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1783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LCL regime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11112" y="21214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Set-mean context shift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11112" y="245059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u_i = xᵢ(θ + A x̄)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11112" y="285292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features · 15,000 sessions · slate of 5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615391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comparison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(λ = 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— what all previous notebooks 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(λ &gt; 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+ 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new idea being tested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FETA / FATE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inductive bias — architecture fix instead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CDM / LCL Yardstick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Correctly specified ceiling — defines the NLL floor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3657600"/>
            <a:ext cx="11091672" cy="402336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6576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429000" y="3657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23560" y="365760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the comparison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∈ {0, 0.1, 0.5, 1.0, 2.0}   ×   seeds {0, 1, 2}   ×   3 models   =   45 training runs per regime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ground truth is planted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generators write a known interaction matrix into the choice probabilities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 —  generate_cdm_data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240280"/>
            <a:ext cx="4379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  = X @ C_eff @ X.T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 = M.sum(axis=0) - diag(M)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 = softmax(X @ theta + ctx)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4709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a fixed 3×3 random matrix (seed 12345) — identical across every run.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item's utility is shifted by the sum of its pairwise interactions with every other item in the slate.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one competitor changes that sum — this is what the probe exploits.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91072" y="15544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17373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LCL  —  generate_lcl_data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611112" y="2148840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75704" y="2240280"/>
            <a:ext cx="4379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 = X.mean(axis=0)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= softmax(X @ (theta + A @ xC))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11112" y="3657600"/>
            <a:ext cx="4709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deterministic, not random: a zero matrix with A[last, last] = 0.3.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enters only through the slate mean — no pairwise terms at all.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every filler's last feature moves that mean — this is what the LCL probe exploits.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neural architectures, three ways to see the slate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where — and whether — an item is allowed to look at its neighbours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447288" cy="3703320"/>
          </a:xfrm>
          <a:prstGeom prst="roundRect">
            <a:avLst>
              <a:gd name="adj" fmla="val 2122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37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21031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Learned, unconstrained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" y="2450592"/>
            <a:ext cx="286207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450592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uᵢ = score( Encoder(X) )ᵢ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315468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attends to every other.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shape is learned, not imposed.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express both CDM and LCL — and much else.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0832" y="1572768"/>
            <a:ext cx="3447288" cy="3703320"/>
          </a:xfrm>
          <a:prstGeom prst="roundRect">
            <a:avLst>
              <a:gd name="adj" fmla="val 2122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737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21031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by construction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450592"/>
            <a:ext cx="286207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450592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uᵢ = own(xᵢ) + Σⱼ≠ᵢ pair(xᵢ, xⱼ)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3440" y="315468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pair, then sums.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express anything beyond pairwise.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the CDM generator.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93024" y="1572768"/>
            <a:ext cx="3447288" cy="3703320"/>
          </a:xfrm>
          <a:prstGeom prst="roundRect">
            <a:avLst>
              <a:gd name="adj" fmla="val 2122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1737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85632" y="21031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Set-mean by construction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85632" y="2450592"/>
            <a:ext cx="286207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77072" y="2450592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uᵢ = item( xᵢ , x̄ 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85632" y="315468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the slate to one vector first.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 individual rivals at all.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the LCL generator.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6233F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4864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 and FATE are the matched baselines: each one has the right functional form built in, so it needs no structure loss to find the mechanism.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FETA  —  First Evaluate, Then Aggregate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ordered pair with one shared MLP, then sum the row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4160520"/>
          </a:xfrm>
          <a:prstGeom prst="roundRect">
            <a:avLst>
              <a:gd name="adj" fmla="val 1758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19072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pair_mlp scores every (i, j) cell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417320" y="226771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11096" y="226771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04872" y="226771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98648" y="226771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1832" y="2606040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17320" y="2606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E4E8EC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11096" y="2606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2C8C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04872" y="2606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2C8C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98648" y="2606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2C8C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099816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17320" y="3099816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2C8C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11096" y="3099816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E4E8EC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11096" y="3099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04872" y="3099816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2C8C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98648" y="3099816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2C8C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3593592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417320" y="359359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2C8C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11096" y="359359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2C8C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04872" y="359359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E4E8EC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04872" y="3593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898648" y="359359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2C8C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087368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17320" y="4087368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2C8C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11096" y="4087368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2C8C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04872" y="4087368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2C8C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98648" y="4087368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E4E8EC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98648" y="4087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74720" y="32918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over j  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26280" y="2606040"/>
            <a:ext cx="16002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26280" y="26060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ctxᵢ1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26280" y="3099816"/>
            <a:ext cx="16002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26280" y="309981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ctxᵢ2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26280" y="3593592"/>
            <a:ext cx="16002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359359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ctxᵢ3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26280" y="4087368"/>
            <a:ext cx="16002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26280" y="408736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ctxᵢ4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68680" y="47548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is zeroed — an item never interacts with itself. Padded columns are zeroed too, so a short slate contributes nothing extra.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903720" y="1554480"/>
            <a:ext cx="4736592" cy="4160520"/>
          </a:xfrm>
          <a:prstGeom prst="roundRect">
            <a:avLst>
              <a:gd name="adj" fmla="val 1758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171907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550" dirty="0"/>
          </a:p>
        </p:txBody>
      </p:sp>
      <p:sp>
        <p:nvSpPr>
          <p:cNvPr id="46" name="Shape 44"/>
          <p:cNvSpPr/>
          <p:nvPr/>
        </p:nvSpPr>
        <p:spPr>
          <a:xfrm>
            <a:off x="7223760" y="2103120"/>
            <a:ext cx="411480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88352" y="2194560"/>
            <a:ext cx="37856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xi = X.unsqueeze(2)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xj = X.unsqueeze(1)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 = pair_mlp(cat([xi,xj]))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 = sc.masked_fill(diag|pad, 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 = own_score(X) + sc.sum(2)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223760" y="37307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matches CDM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7223760" y="406908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generator's utility is xᵢθ + Σⱼ xᵢ C xⱼ — a per-item term plus a sum of pairwise terms. FETA has exactly that shape, with the bilinear form replaced by a free MLP. It cannot represent the effect wrongly; it can only fail to fit 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FATE  —  First Aggregate, Then Evaluate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the slate to one context vector, then score each item against it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4160520"/>
          </a:xfrm>
          <a:prstGeom prst="roundRect">
            <a:avLst>
              <a:gd name="adj" fmla="val 1758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65960"/>
            <a:ext cx="10058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659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1965960"/>
            <a:ext cx="10058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9659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27248" y="1965960"/>
            <a:ext cx="10058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19659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42816" y="1965960"/>
            <a:ext cx="10058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42816" y="19659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58384" y="1965960"/>
            <a:ext cx="10058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58384" y="19659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38144" y="2542032"/>
            <a:ext cx="256032" cy="402336"/>
          </a:xfrm>
          <a:prstGeom prst="downArrow">
            <a:avLst/>
          </a:prstGeom>
          <a:solidFill>
            <a:srgbClr val="D98324"/>
          </a:solidFill>
          <a:ln/>
        </p:spPr>
      </p:sp>
      <p:sp>
        <p:nvSpPr>
          <p:cNvPr id="16" name="Text 14"/>
          <p:cNvSpPr/>
          <p:nvPr/>
        </p:nvSpPr>
        <p:spPr>
          <a:xfrm>
            <a:off x="3886200" y="25968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mean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48840" y="3035808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D983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30358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   (context vector)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38144" y="3630168"/>
            <a:ext cx="256032" cy="402336"/>
          </a:xfrm>
          <a:prstGeom prst="downArrow">
            <a:avLst/>
          </a:prstGeom>
          <a:solidFill>
            <a:srgbClr val="D98324"/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" y="4114800"/>
            <a:ext cx="47548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114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xᵢ  ‖  x̄ ]   →   item_mlp   →   uᵢ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96112" y="4828032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is computed under the mask — sum over real items divided by the real count — so padding never drags the context toward zero.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03720" y="1554480"/>
            <a:ext cx="4736592" cy="4160520"/>
          </a:xfrm>
          <a:prstGeom prst="roundRect">
            <a:avLst>
              <a:gd name="adj" fmla="val 1758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171907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223760" y="210312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88352" y="2194560"/>
            <a:ext cx="3785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 = mask.unsqueeze(-1).float()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 = (X*m).sum(1) / m.sum(1)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= torch.cat([X, xC_exp], -1)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 = item_mlp(cat)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349300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matches LCL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223760" y="38404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generator's utility is xᵢ(θ + A x̄) — the slate enters only through its mean. FATE reads exactly that one summary and nothing else, so no individual rival can influence a score except through the average.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23760" y="5230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linear in slate size, against FETA's quadratic.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structure_loss_cdm  —  swap one competitor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probe quadruples sampled fresh every training batch, on pure noise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581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EDF0F3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75104" y="187452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EDF0F3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75104" y="187452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1568" y="187452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EDF0F3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87452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28032" y="187452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EDF0F3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87452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54496" y="187452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EAF2F8"/>
          </a:solidFill>
          <a:ln w="19050">
            <a:solidFill>
              <a:srgbClr val="1F77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187452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587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EDF0F3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8036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975104" y="288036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EDF0F3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75104" y="288036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01568" y="288036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EDF0F3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288036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28032" y="288036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EDF0F3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88036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54496" y="288036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FBF1E3"/>
          </a:solidFill>
          <a:ln w="19050">
            <a:solidFill>
              <a:srgbClr val="D983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288036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456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54496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this differs ↑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13308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side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68680" y="4498848"/>
            <a:ext cx="47091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" y="4590288"/>
            <a:ext cx="43799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gap1 = logits1[:,0] - logits1[:,1]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gap2 = logits2[:,0] - logits2[:,1]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model_delta = gap2 - gap1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91072" y="39776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11112" y="413308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side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611112" y="4498848"/>
            <a:ext cx="47091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75704" y="4590288"/>
            <a:ext cx="43799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true_delta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(xC2 - xC1)ᵀ · C · (xA - xB)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MSE(model_delta, true_delta)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structure_loss_lcl  —  shift the whole context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skeleton, different perturbation: LCL's mechanism is the slate mean, not a single rival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581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slate_lo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EDF0F3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975104" y="187452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EDF0F3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75104" y="187452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01568" y="187452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EAF4EE"/>
          </a:solidFill>
          <a:ln w="19050">
            <a:solidFill>
              <a:srgbClr val="2C8C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87452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(low)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28032" y="187452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EAF4EE"/>
          </a:solidFill>
          <a:ln w="19050">
            <a:solidFill>
              <a:srgbClr val="2C8C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87452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(low)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54496" y="187452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EAF4EE"/>
          </a:solidFill>
          <a:ln w="19050">
            <a:solidFill>
              <a:srgbClr val="2C8C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187452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(low)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2587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slate_hi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EDF0F3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8036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975104" y="288036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EDF0F3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75104" y="288036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01568" y="288036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FBF1E3"/>
          </a:solidFill>
          <a:ln w="19050">
            <a:solidFill>
              <a:srgbClr val="D983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288036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(high)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28032" y="288036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FBF1E3"/>
          </a:solidFill>
          <a:ln w="19050">
            <a:solidFill>
              <a:srgbClr val="D983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88036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(high)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54496" y="288036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FBF1E3"/>
          </a:solidFill>
          <a:ln w="19050">
            <a:solidFill>
              <a:srgbClr val="D983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288036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(high)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401568" y="3456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filler's last feature shifted by (high − low) = 3.0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9776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13308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side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68680" y="4498848"/>
            <a:ext cx="47091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" y="4590288"/>
            <a:ext cx="43799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gap_lo, gap_hi  (A vs B log-odds)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model_delta = gap_hi - gap_lo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91072" y="39776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11112" y="413308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side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611112" y="4498848"/>
            <a:ext cx="47091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75704" y="4590288"/>
            <a:ext cx="43799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= mean(fill_hi - fill_lo)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true_delta = (xA - xB)ᵀ · A · dC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losses, one gradient step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batch shows the model two unrelated worlds and asks it to satisfy both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47088"/>
            <a:ext cx="384048" cy="384048"/>
          </a:xfrm>
          <a:prstGeom prst="ellipse">
            <a:avLst/>
          </a:prstGeom>
          <a:solidFill>
            <a:srgbClr val="1F77B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slates  →  CE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batch from the dataset. Predict which item was actually chosen. This is the ordinary training signal.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91072" y="16459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11112" y="1847088"/>
            <a:ext cx="384048" cy="384048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14032" y="18745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probes  →  Structure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611112" y="23774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Freshly sampled torch.randn items — no connection to the dataset. React to the context shift the way C or A says you should.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EAF2F8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114800"/>
            <a:ext cx="10762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ce + lam * sl        →        loss.backward();  opt.step()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6233F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23036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implementation details worth noting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loss is computed fresh every batch, never during evaluation  ·  the same training function is reused for Attention, FETA and the Yardstick by simply forcing λ = 0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Evaluation: the IIA recovery probe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construction as the training probe — but measured, not optimised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 (structure_loss)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probes per batch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between the deltas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Backpropagated — changes weights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91072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11112" y="1783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 (iia_cdm / iia_lcl)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611112" y="2212848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probes, run once after training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of best-fit line + correlation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torch.no_grad — pure report card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148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IIA number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526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9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14400" y="5120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context-blind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4526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8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611880" y="5120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recovery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4526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5120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backwards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06840" y="4526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006840" y="5120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over-reacts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46811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slope is scale-free — it is the model's delta regressed on the true delta across 3,000 random probes.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A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Method-level gaps to close before the results can be trusted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804672"/>
          </a:xfrm>
          <a:prstGeom prst="roundRect">
            <a:avLst>
              <a:gd name="adj" fmla="val 6818"/>
            </a:avLst>
          </a:prstGeom>
          <a:solidFill>
            <a:srgbClr val="233355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91640" y="187452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structure loss actually shrinking?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874520"/>
            <a:ext cx="6263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smoke-test cell's markdown promises to print it; the code never does, and train_with_structure_cdm does not return it. Instrumenting sl per epoch would confirm the gradient behaves as assumed.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715768"/>
            <a:ext cx="10817352" cy="804672"/>
          </a:xfrm>
          <a:prstGeom prst="roundRect">
            <a:avLst>
              <a:gd name="adj" fmla="val 6818"/>
            </a:avLst>
          </a:prstGeom>
          <a:solidFill>
            <a:srgbClr val="233355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6148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280720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definitions of dC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807208"/>
            <a:ext cx="6263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structure_loss_lcl averages the filler differences; iia_lcl averages the whole slate. The two differ by a constant factor — worth confirming it is genuinely absorbed by the fitted slope.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648456"/>
            <a:ext cx="10817352" cy="804672"/>
          </a:xfrm>
          <a:prstGeom prst="roundRect">
            <a:avLst>
              <a:gd name="adj" fmla="val 6818"/>
            </a:avLst>
          </a:prstGeom>
          <a:solidFill>
            <a:srgbClr val="233355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694176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373989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Item×item or feature×feature?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739896"/>
            <a:ext cx="6263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generators plant a feature-level interaction matrix. The original CDM formulation is item-level pairwise, and the experiments have not yet been rerun that way.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581144"/>
            <a:ext cx="10817352" cy="804672"/>
          </a:xfrm>
          <a:prstGeom prst="roundRect">
            <a:avLst>
              <a:gd name="adj" fmla="val 6818"/>
            </a:avLst>
          </a:prstGeom>
          <a:solidFill>
            <a:srgbClr val="233355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62686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467258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matched baselines big enough?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4672584"/>
            <a:ext cx="6263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 and FATE both run at hidden=32 and were never capacity-swept. Calling them matched assumes their MLPs can actually fit the planted form.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5513832"/>
            <a:ext cx="10817352" cy="804672"/>
          </a:xfrm>
          <a:prstGeom prst="roundRect">
            <a:avLst>
              <a:gd name="adj" fmla="val 6818"/>
            </a:avLst>
          </a:prstGeom>
          <a:solidFill>
            <a:srgbClr val="233355"/>
          </a:solidFill>
          <a:ln w="12700">
            <a:solidFill>
              <a:srgbClr val="2333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559552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91640" y="560527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signal come from a proxy?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5605272"/>
            <a:ext cx="6263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loss consumes the true C or A. On real data no such matrix exists — a pre-trained similarity model, as in Born et al., is the obvious candidate for supplying one.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2026-08-07T10:00:02Z</dcterms:created>
  <dcterms:modified xsi:type="dcterms:W3CDTF">2026-08-07T10:00:02Z</dcterms:modified>
</cp:coreProperties>
</file>